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4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5652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590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600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69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09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213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1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6546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749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EF27F27-EADD-4B1D-9F56-D9A5880781A1}" type="datetimeFigureOut">
              <a:rPr lang="es-ES" smtClean="0"/>
              <a:t>10/02/2020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A13172E7-24AD-4696-93C7-6BAE0F48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064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74EC3-6154-4A6C-A16B-EB49F856EA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FROGGDROID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264DC3-EA92-4B04-BD96-EC0086051F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Álvaro Vicario García y Eduardo Liñares Fernández</a:t>
            </a:r>
          </a:p>
          <a:p>
            <a:r>
              <a:rPr lang="es-ES" dirty="0"/>
              <a:t>2º DESARROLLO DE APLICACIONES MULTIPLATAFORMA</a:t>
            </a:r>
          </a:p>
        </p:txBody>
      </p:sp>
    </p:spTree>
    <p:extLst>
      <p:ext uri="{BB962C8B-B14F-4D97-AF65-F5344CB8AC3E}">
        <p14:creationId xmlns:p14="http://schemas.microsoft.com/office/powerpoint/2010/main" val="4086965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0D354-D00A-4C3F-80FB-65860D7C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FROGGER?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75E1BD-19C1-487A-B8B5-D06E5CA8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00351"/>
            <a:ext cx="9872871" cy="1928674"/>
          </a:xfrm>
        </p:spPr>
        <p:txBody>
          <a:bodyPr/>
          <a:lstStyle/>
          <a:p>
            <a:r>
              <a:rPr lang="es-ES" dirty="0"/>
              <a:t>Juego arcade</a:t>
            </a:r>
          </a:p>
          <a:p>
            <a:r>
              <a:rPr lang="es-ES" dirty="0" err="1"/>
              <a:t>Konami</a:t>
            </a:r>
            <a:endParaRPr lang="es-ES" dirty="0"/>
          </a:p>
          <a:p>
            <a:r>
              <a:rPr lang="es-ES" dirty="0"/>
              <a:t>1981</a:t>
            </a:r>
          </a:p>
          <a:p>
            <a:r>
              <a:rPr lang="es-ES" dirty="0"/>
              <a:t>Varias adaptaciones a lo largo de los años</a:t>
            </a:r>
          </a:p>
        </p:txBody>
      </p:sp>
      <p:pic>
        <p:nvPicPr>
          <p:cNvPr id="1028" name="Picture 4" descr="Resultado de imagen de frogger arcade">
            <a:extLst>
              <a:ext uri="{FF2B5EF4-FFF2-40B4-BE49-F238E27FC236}">
                <a16:creationId xmlns:a16="http://schemas.microsoft.com/office/drawing/2014/main" id="{9E9C0CB0-B1F9-4808-B82E-B47BFCD7F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175" y="1009650"/>
            <a:ext cx="3933825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de konami">
            <a:extLst>
              <a:ext uri="{FF2B5EF4-FFF2-40B4-BE49-F238E27FC236}">
                <a16:creationId xmlns:a16="http://schemas.microsoft.com/office/drawing/2014/main" id="{5C49BB02-DD62-4B47-A1A3-BC78B1C61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223" y="4099871"/>
            <a:ext cx="4660777" cy="105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983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66A21-706B-433F-BF19-3B3C3D0C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NUESTRO JUEGO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985898-8DFE-497D-B027-3F46D11F3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NUESTROS OBJETIVOS, Y GRADO DE CUMPLIMIENTO</a:t>
            </a:r>
          </a:p>
          <a:p>
            <a:r>
              <a:rPr lang="es-ES" dirty="0"/>
              <a:t>ESCENARIO</a:t>
            </a:r>
          </a:p>
          <a:p>
            <a:r>
              <a:rPr lang="es-ES" dirty="0"/>
              <a:t>INTERACCIÓN CON EL USUARIO</a:t>
            </a:r>
          </a:p>
          <a:p>
            <a:r>
              <a:rPr lang="es-ES" dirty="0"/>
              <a:t>ALMACENAMIENTO DE DATOS</a:t>
            </a:r>
          </a:p>
          <a:p>
            <a:r>
              <a:rPr lang="es-ES" dirty="0"/>
              <a:t>CONCLUSIONES</a:t>
            </a:r>
          </a:p>
          <a:p>
            <a:r>
              <a:rPr lang="es-ES" dirty="0"/>
              <a:t>POSIBLES MEJORAS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96258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1BBB7-750B-4469-A27D-246EC5E1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09E486-AC64-4853-8A9C-8EA3C0B79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Mostrar un escenario simple</a:t>
            </a:r>
          </a:p>
          <a:p>
            <a:r>
              <a:rPr lang="es-ES" dirty="0"/>
              <a:t>Añadir obstáculos en movimiento</a:t>
            </a:r>
          </a:p>
          <a:p>
            <a:r>
              <a:rPr lang="es-ES" dirty="0"/>
              <a:t>Añadir a nuestro personaje, y otorgarle movimiento</a:t>
            </a:r>
          </a:p>
          <a:p>
            <a:r>
              <a:rPr lang="es-ES" dirty="0"/>
              <a:t>Gestionar las colisiones con el entorno</a:t>
            </a:r>
          </a:p>
          <a:p>
            <a:r>
              <a:rPr lang="es-ES" dirty="0"/>
              <a:t>Condiciones de victoria y derrota</a:t>
            </a:r>
          </a:p>
          <a:p>
            <a:r>
              <a:rPr lang="es-ES" dirty="0"/>
              <a:t>Sistema de puntuaciones</a:t>
            </a:r>
          </a:p>
          <a:p>
            <a:r>
              <a:rPr lang="es-ES" dirty="0"/>
              <a:t>Música (BGM) y Efectos de Sonido (SFX)</a:t>
            </a:r>
          </a:p>
        </p:txBody>
      </p:sp>
    </p:spTree>
    <p:extLst>
      <p:ext uri="{BB962C8B-B14F-4D97-AF65-F5344CB8AC3E}">
        <p14:creationId xmlns:p14="http://schemas.microsoft.com/office/powerpoint/2010/main" val="18941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80123-3A71-4844-944E-2B23B7514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ESCENARIO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B90E76-EE89-4563-9BF0-6F26D4139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Dibujado utilizando Sprites y funciones del </a:t>
            </a:r>
            <a:r>
              <a:rPr lang="es-ES" dirty="0" err="1"/>
              <a:t>Canvas</a:t>
            </a:r>
            <a:endParaRPr lang="es-ES" dirty="0"/>
          </a:p>
          <a:p>
            <a:r>
              <a:rPr lang="es-ES" dirty="0"/>
              <a:t>Similar al escenario del juego original</a:t>
            </a:r>
          </a:p>
          <a:p>
            <a:r>
              <a:rPr lang="es-ES" dirty="0"/>
              <a:t>Carretera por la que circulan coches</a:t>
            </a:r>
          </a:p>
          <a:p>
            <a:r>
              <a:rPr lang="es-ES" dirty="0"/>
              <a:t>Agua con troncos a los que se puede subir</a:t>
            </a:r>
          </a:p>
        </p:txBody>
      </p:sp>
    </p:spTree>
    <p:extLst>
      <p:ext uri="{BB962C8B-B14F-4D97-AF65-F5344CB8AC3E}">
        <p14:creationId xmlns:p14="http://schemas.microsoft.com/office/powerpoint/2010/main" val="279366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5BFF3-6422-4BF6-8400-E9934487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INTERACCIÓN CON EL USUARIO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3509EF-27FC-4C9F-9617-D3A2FB37B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5488619" cy="4038600"/>
          </a:xfrm>
        </p:spPr>
        <p:txBody>
          <a:bodyPr/>
          <a:lstStyle/>
          <a:p>
            <a:r>
              <a:rPr lang="es-ES" dirty="0"/>
              <a:t>En un principio iba a ser tocando secciones de la pantalla</a:t>
            </a:r>
          </a:p>
          <a:p>
            <a:r>
              <a:rPr lang="es-ES" dirty="0"/>
              <a:t>Incómodo, por lo que optamos por incluir controles directamente en la pantalla.</a:t>
            </a:r>
          </a:p>
          <a:p>
            <a:r>
              <a:rPr lang="es-ES" dirty="0"/>
              <a:t>Cuatro direcciones, más simple de controlar.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D13E61-7B17-4566-BD3F-FE3C0F9C0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264" y="1553162"/>
            <a:ext cx="4200000" cy="4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69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8EEC2-05C9-4554-870F-E7C83F6C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ALMACENAMIENTO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AC76CB-7C2F-4130-9EC3-AA883AEA6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SharedPreferences</a:t>
            </a:r>
            <a:r>
              <a:rPr lang="es-ES" dirty="0"/>
              <a:t> para los ajustes</a:t>
            </a:r>
          </a:p>
          <a:p>
            <a:r>
              <a:rPr lang="es-ES" dirty="0"/>
              <a:t>SQLite para las puntuaciones</a:t>
            </a:r>
          </a:p>
          <a:p>
            <a:endParaRPr lang="es-ES" dirty="0"/>
          </a:p>
        </p:txBody>
      </p:sp>
      <p:pic>
        <p:nvPicPr>
          <p:cNvPr id="2052" name="Picture 4" descr="Resultado de imagen de sqlite">
            <a:extLst>
              <a:ext uri="{FF2B5EF4-FFF2-40B4-BE49-F238E27FC236}">
                <a16:creationId xmlns:a16="http://schemas.microsoft.com/office/drawing/2014/main" id="{F690CD90-10A8-4652-812C-EE9F5495B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730" y="3022499"/>
            <a:ext cx="4446540" cy="210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011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C4B7B-1F4F-408D-A33B-D3F1D075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2918AA-C25B-484E-976F-E14B1CE02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 pesar de que hemos salvado los problemas según han ido surgiendo, hemos llegado a la conclusión de que no estamos usando las tecnologías adecuadas para la tarea propuesta.</a:t>
            </a:r>
          </a:p>
          <a:p>
            <a:r>
              <a:rPr lang="es-ES" dirty="0"/>
              <a:t>Unity habría sido una mejor opción, además de permitir lanzar el juego en varias plataformas.</a:t>
            </a:r>
          </a:p>
          <a:p>
            <a:r>
              <a:rPr lang="es-ES" dirty="0"/>
              <a:t>Como alternativa, si queremos hacer las cosas de forma “manual”, LWJGL habría permitido avanzar mucho más rápido.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625EE2-BF56-4137-ACF6-87DD6495E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450" y="4353636"/>
            <a:ext cx="2864530" cy="1833804"/>
          </a:xfrm>
          <a:prstGeom prst="rect">
            <a:avLst/>
          </a:prstGeom>
        </p:spPr>
      </p:pic>
      <p:pic>
        <p:nvPicPr>
          <p:cNvPr id="1026" name="Picture 2" descr="Resultado de imagen de unity">
            <a:extLst>
              <a:ext uri="{FF2B5EF4-FFF2-40B4-BE49-F238E27FC236}">
                <a16:creationId xmlns:a16="http://schemas.microsoft.com/office/drawing/2014/main" id="{AC117E62-7653-48CA-AA4A-87A1BF6C0B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2" t="28705" r="18251" b="26421"/>
          <a:stretch/>
        </p:blipFill>
        <p:spPr bwMode="auto">
          <a:xfrm>
            <a:off x="1953087" y="4722797"/>
            <a:ext cx="2864530" cy="115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418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A1FB6-6F61-47FA-A7AD-FB8020F2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POSIBLES MEJORAS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B5A539-B9D1-42F0-BA02-8B005F86E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988445"/>
            <a:ext cx="9872871" cy="881109"/>
          </a:xfrm>
        </p:spPr>
        <p:txBody>
          <a:bodyPr/>
          <a:lstStyle/>
          <a:p>
            <a:r>
              <a:rPr lang="es-ES" dirty="0"/>
              <a:t>Incluir monedas que puede recoger por el camino.</a:t>
            </a:r>
          </a:p>
          <a:p>
            <a:r>
              <a:rPr lang="es-ES" dirty="0"/>
              <a:t>Incluir efectos de sonido (problemas con animación).</a:t>
            </a:r>
          </a:p>
        </p:txBody>
      </p:sp>
    </p:spTree>
    <p:extLst>
      <p:ext uri="{BB962C8B-B14F-4D97-AF65-F5344CB8AC3E}">
        <p14:creationId xmlns:p14="http://schemas.microsoft.com/office/powerpoint/2010/main" val="2726417859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271</TotalTime>
  <Words>259</Words>
  <Application>Microsoft Office PowerPoint</Application>
  <PresentationFormat>Panorámica</PresentationFormat>
  <Paragraphs>42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Corbel</vt:lpstr>
      <vt:lpstr>Base</vt:lpstr>
      <vt:lpstr>FROGGDROID</vt:lpstr>
      <vt:lpstr>¿QUÉ ES FROGGER?</vt:lpstr>
      <vt:lpstr>NUESTRO JUEGO</vt:lpstr>
      <vt:lpstr>OBJETIVOS</vt:lpstr>
      <vt:lpstr>ESCENARIO</vt:lpstr>
      <vt:lpstr>INTERACCIÓN CON EL USUARIO</vt:lpstr>
      <vt:lpstr>ALMACENAMIENTO DE DATOS</vt:lpstr>
      <vt:lpstr>CONCLUSIÓN</vt:lpstr>
      <vt:lpstr>POSIBLES MEJORAS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FROGGDROID</dc:title>
  <dc:creator>Ed BooN</dc:creator>
  <cp:lastModifiedBy>Ed BooN</cp:lastModifiedBy>
  <cp:revision>42</cp:revision>
  <dcterms:created xsi:type="dcterms:W3CDTF">2020-02-09T11:41:56Z</dcterms:created>
  <dcterms:modified xsi:type="dcterms:W3CDTF">2020-02-10T13:02:39Z</dcterms:modified>
</cp:coreProperties>
</file>